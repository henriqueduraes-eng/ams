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2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28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52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98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33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14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98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10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57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9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807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65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414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747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6566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33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FB40051-635F-46A0-8124-31217FFC5AC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0225748-AC43-4974-9849-2001EAEB5C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819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17123" y="669018"/>
            <a:ext cx="9144000" cy="1185409"/>
          </a:xfrm>
        </p:spPr>
        <p:txBody>
          <a:bodyPr/>
          <a:lstStyle/>
          <a:p>
            <a:r>
              <a:rPr lang="pt-BR" dirty="0" smtClean="0"/>
              <a:t>Segurança na internet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573384"/>
            <a:ext cx="8908279" cy="548640"/>
          </a:xfrm>
        </p:spPr>
        <p:txBody>
          <a:bodyPr>
            <a:normAutofit/>
          </a:bodyPr>
          <a:lstStyle/>
          <a:p>
            <a:r>
              <a:rPr lang="pt-BR" sz="2400" dirty="0" smtClean="0"/>
              <a:t>E como ela precisa ser conscientizada nas gerações antigas</a:t>
            </a:r>
            <a:endParaRPr lang="pt-BR" sz="24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1641566" y="108380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78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impactos da internet nas gerações antiga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470264" y="2514600"/>
            <a:ext cx="4598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Os impactos positivos</a:t>
            </a:r>
            <a:endParaRPr lang="pt-BR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365761" y="3704272"/>
            <a:ext cx="4702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° A comunicação se torna mais fácil</a:t>
            </a:r>
          </a:p>
          <a:p>
            <a:endParaRPr lang="pt-BR" dirty="0"/>
          </a:p>
          <a:p>
            <a:r>
              <a:rPr lang="pt-BR" dirty="0" smtClean="0"/>
              <a:t>°</a:t>
            </a:r>
            <a:r>
              <a:rPr lang="pt-BR" dirty="0"/>
              <a:t> </a:t>
            </a:r>
            <a:r>
              <a:rPr lang="pt-BR" dirty="0" smtClean="0"/>
              <a:t>O entretenimento</a:t>
            </a:r>
          </a:p>
          <a:p>
            <a:endParaRPr lang="pt-BR" dirty="0"/>
          </a:p>
          <a:p>
            <a:r>
              <a:rPr lang="pt-BR" dirty="0" smtClean="0"/>
              <a:t>° A facilidade de fazer compras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7262949" y="2514600"/>
            <a:ext cx="427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Os impactos negativos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262949" y="3704272"/>
            <a:ext cx="4532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° Golpes no geral</a:t>
            </a:r>
          </a:p>
          <a:p>
            <a:endParaRPr lang="pt-BR" dirty="0"/>
          </a:p>
          <a:p>
            <a:r>
              <a:rPr lang="pt-BR" dirty="0" smtClean="0"/>
              <a:t>° Vício nos aparelhos eletrônicos</a:t>
            </a:r>
          </a:p>
          <a:p>
            <a:endParaRPr lang="pt-BR" dirty="0"/>
          </a:p>
          <a:p>
            <a:r>
              <a:rPr lang="pt-BR" dirty="0" smtClean="0"/>
              <a:t>° Dependência nos parelhos eletrônicos</a:t>
            </a:r>
          </a:p>
        </p:txBody>
      </p:sp>
    </p:spTree>
    <p:extLst>
      <p:ext uri="{BB962C8B-B14F-4D97-AF65-F5344CB8AC3E}">
        <p14:creationId xmlns:p14="http://schemas.microsoft.com/office/powerpoint/2010/main" val="163396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resolver o problema da segurança na internet com as gerações antigas?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548640" y="2514600"/>
            <a:ext cx="7145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Muitos golpistas procuram locais que pessoas da faixa etária dos nossos avós frequentam para terem um alvo mais fácil de se lidar. E com isso m mente, como resolvemos?</a:t>
            </a:r>
            <a:endParaRPr lang="pt-BR" dirty="0"/>
          </a:p>
        </p:txBody>
      </p:sp>
      <p:sp>
        <p:nvSpPr>
          <p:cNvPr id="5" name="AutoShape 2" descr="Resultado de imagem para dois idosos conersando"/>
          <p:cNvSpPr>
            <a:spLocks noChangeAspect="1" noChangeArrowheads="1"/>
          </p:cNvSpPr>
          <p:nvPr/>
        </p:nvSpPr>
        <p:spPr bwMode="auto">
          <a:xfrm>
            <a:off x="10742611" y="572075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971" y="3256324"/>
            <a:ext cx="4876074" cy="320979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92331" y="3827417"/>
            <a:ext cx="65806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Aqui está algumas formas de ajudar seus avós ou quem você quiser que tem problemas com a internet</a:t>
            </a:r>
          </a:p>
          <a:p>
            <a:endParaRPr lang="pt-BR" dirty="0"/>
          </a:p>
          <a:p>
            <a:r>
              <a:rPr lang="pt-BR" dirty="0" smtClean="0"/>
              <a:t>° Conversar e conscientizar quais sites são seguros, e para não acreditarem em tudo na internet.</a:t>
            </a:r>
          </a:p>
          <a:p>
            <a:endParaRPr lang="pt-BR" dirty="0"/>
          </a:p>
          <a:p>
            <a:r>
              <a:rPr lang="pt-BR" dirty="0" smtClean="0"/>
              <a:t>° Coloque um antivírus e configure-o contra mensagens spam ou de fontes não confiáveis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1396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Este problema afeta somente a geração antiga?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1018904" y="3161211"/>
            <a:ext cx="7524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Não, a falta de segurança na internet pode afetar qualquer pessoa, independente da idade, somente o índice de casos que é variado pela idade, pois os mais novos tem mais facilidade com a internet por  nascerem com ela e cresceram juntos, já os nossos pais, avós, tios, tiveram que aprenderem tudo depois, por isso nós temos que ajudá-los sempre que for preciso.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014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219" y="630696"/>
            <a:ext cx="10893832" cy="1468800"/>
          </a:xfrm>
        </p:spPr>
        <p:txBody>
          <a:bodyPr/>
          <a:lstStyle/>
          <a:p>
            <a:r>
              <a:rPr lang="pt-BR" dirty="0" smtClean="0"/>
              <a:t>Esse assunto é realmente importante?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1886" y="2325187"/>
            <a:ext cx="4271554" cy="713085"/>
          </a:xfrm>
        </p:spPr>
        <p:txBody>
          <a:bodyPr/>
          <a:lstStyle/>
          <a:p>
            <a:r>
              <a:rPr lang="pt-BR" dirty="0" smtClean="0"/>
              <a:t>E é presente no nosso cotidiano?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966651" y="3461657"/>
            <a:ext cx="80467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Já adianto que SIM esse assunto é  muito importante, a conscientização da segurança na internet para a geração antiga é extremamente necessária, já que os nossos avós e todos com a mesma idade tem o direito de usar a internet.</a:t>
            </a:r>
          </a:p>
          <a:p>
            <a:r>
              <a:rPr lang="pt-BR" dirty="0" smtClean="0"/>
              <a:t>E isso e presente no nosso cotidiano e nós nem percebemos, as vezes seu avô está no celular do seu lado e toma um golpe e perde 100 reais e nós nem ficamos sabendo, pois muitos tem vergonha de admitir que caiu em um golpe, por isso temos que conversar  e conscientizar eles para que isso não aconteça mais.</a:t>
            </a:r>
          </a:p>
        </p:txBody>
      </p:sp>
    </p:spTree>
    <p:extLst>
      <p:ext uri="{BB962C8B-B14F-4D97-AF65-F5344CB8AC3E}">
        <p14:creationId xmlns:p14="http://schemas.microsoft.com/office/powerpoint/2010/main" val="2287735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9711" y="413657"/>
            <a:ext cx="9905998" cy="1905000"/>
          </a:xfrm>
        </p:spPr>
        <p:txBody>
          <a:bodyPr/>
          <a:lstStyle/>
          <a:p>
            <a:r>
              <a:rPr lang="pt-BR" dirty="0" smtClean="0"/>
              <a:t>Obrigado pela atenção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1110343" y="2952206"/>
            <a:ext cx="2573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Feito por: Henrique Mattos Durães de Vasconcelos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994" y="2263192"/>
            <a:ext cx="7173006" cy="459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7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alh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h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h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81</TotalTime>
  <Words>360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Malha</vt:lpstr>
      <vt:lpstr>Segurança na internet</vt:lpstr>
      <vt:lpstr>Os impactos da internet nas gerações antiga</vt:lpstr>
      <vt:lpstr>Como resolver o problema da segurança na internet com as gerações antigas?</vt:lpstr>
      <vt:lpstr>Este problema afeta somente a geração antiga?</vt:lpstr>
      <vt:lpstr>Esse assunto é realmente importante?</vt:lpstr>
      <vt:lpstr>Obrigado pela atenção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na internet</dc:title>
  <dc:creator>Conta da Microsoft</dc:creator>
  <cp:lastModifiedBy>Conta da Microsoft</cp:lastModifiedBy>
  <cp:revision>9</cp:revision>
  <dcterms:created xsi:type="dcterms:W3CDTF">2026-04-09T00:01:00Z</dcterms:created>
  <dcterms:modified xsi:type="dcterms:W3CDTF">2026-04-09T01:22:12Z</dcterms:modified>
</cp:coreProperties>
</file>