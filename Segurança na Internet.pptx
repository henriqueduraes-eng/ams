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6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9576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320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893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39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10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672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219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52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581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089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676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922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2072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1550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6508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67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B047306-7FF0-4324-B704-0D9BCFFB72C0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FB0490E-140B-4B6F-A104-87B798024A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5459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B6D5F-0BE1-4DF3-9669-1EB3570F0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115" y="811530"/>
            <a:ext cx="11833769" cy="1654315"/>
          </a:xfrm>
        </p:spPr>
        <p:txBody>
          <a:bodyPr>
            <a:normAutofit/>
          </a:bodyPr>
          <a:lstStyle/>
          <a:p>
            <a:r>
              <a:rPr lang="pt-BR" dirty="0">
                <a:latin typeface="Bell MT" panose="02020503060305020303" pitchFamily="18" charset="0"/>
              </a:rPr>
              <a:t>Segurança na Internet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FA34F2-750D-4DE0-9DA7-AE13452EC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6794" y="2785773"/>
            <a:ext cx="10494645" cy="897311"/>
          </a:xfrm>
        </p:spPr>
        <p:txBody>
          <a:bodyPr>
            <a:normAutofit/>
          </a:bodyPr>
          <a:lstStyle/>
          <a:p>
            <a:r>
              <a:rPr lang="pt-BR" sz="3600" dirty="0">
                <a:latin typeface="Bell MT" panose="02020503060305020303" pitchFamily="18" charset="0"/>
              </a:rPr>
              <a:t>E como ela precisa ser presente nas gerações antigas</a:t>
            </a:r>
          </a:p>
        </p:txBody>
      </p:sp>
    </p:spTree>
    <p:extLst>
      <p:ext uri="{BB962C8B-B14F-4D97-AF65-F5344CB8AC3E}">
        <p14:creationId xmlns:p14="http://schemas.microsoft.com/office/powerpoint/2010/main" val="4271903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83983-D1C6-4F83-9CEE-B7C621804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895" y="0"/>
            <a:ext cx="8597265" cy="1554480"/>
          </a:xfrm>
        </p:spPr>
        <p:txBody>
          <a:bodyPr>
            <a:normAutofit/>
          </a:bodyPr>
          <a:lstStyle/>
          <a:p>
            <a:r>
              <a:rPr lang="pt-BR" sz="4800" dirty="0">
                <a:latin typeface="Bell MT" panose="02020503060305020303" pitchFamily="18" charset="0"/>
              </a:rPr>
              <a:t>O impacto da internet nas pessoas mais velhas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959B954-0EB0-4025-9FD2-D13FD4FFF05F}"/>
              </a:ext>
            </a:extLst>
          </p:cNvPr>
          <p:cNvSpPr txBox="1"/>
          <p:nvPr/>
        </p:nvSpPr>
        <p:spPr>
          <a:xfrm>
            <a:off x="295275" y="2011680"/>
            <a:ext cx="6160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>
                <a:latin typeface="+mj-lt"/>
              </a:rPr>
              <a:t>Os</a:t>
            </a:r>
            <a:r>
              <a:rPr lang="pt-BR"/>
              <a:t> principais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2081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22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Bell MT</vt:lpstr>
      <vt:lpstr>Calisto MT</vt:lpstr>
      <vt:lpstr>Wingdings 2</vt:lpstr>
      <vt:lpstr>Ardósia</vt:lpstr>
      <vt:lpstr>Segurança na Internet</vt:lpstr>
      <vt:lpstr>O impacto da internet nas pessoas mais velhas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Segurança na Internet</dc:title>
  <dc:creator>Aluno</dc:creator>
  <cp:lastModifiedBy>Aluno</cp:lastModifiedBy>
  <cp:revision>1</cp:revision>
  <dcterms:created xsi:type="dcterms:W3CDTF">2026-04-02T16:11:00Z</dcterms:created>
  <dcterms:modified xsi:type="dcterms:W3CDTF">2026-04-02T16:45:34Z</dcterms:modified>
</cp:coreProperties>
</file>